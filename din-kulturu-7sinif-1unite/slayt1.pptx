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h3lls7RvVe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👼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 ve Ahiret İnancı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ve Ahiret Hayatı, Ahiretin Aşamaları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Âlem, akıl ve duyu organlarıyla bilinebilen veya varlığı düşünülebilen, Allah'ın dışındaki tüm varlıklara verilen isimdir.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Gayb, gözle görülemeyen, duyularımızla bilgi edinemeyeceğimiz varlıklar âlemidir; bunu ancak Allah'ın bildirmesiyle biliriz.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Gayb âleminde cin (irade sahibi, ateşten yaratılan varlık), şeytan (Âdem'e secde emrine isyan edip kovulan varlık) ve melekler bulunur.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Hurafe ve batıl inanç, akla aykırı, din adına öne sürülen uydurma sözlerdir.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Sihir, hile yapıp insanları aldatmadır; fal, geleceği öğrenmek amacıyla nesnelere bakarak anlam çıkarmadır.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 genelde cahillikten ve dinî bilgi eksikliğinden kaynaklanır, kişisel ve toplumsal zararları vardır.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Melek, nurdan yaratılmış, cinsiyeti olmayan, Allah'ın emirlerine tam itaat eden, görülemeyen varlıktır.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Meleklere iman, imanın altı şartından biridir.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büyük melek: Cebrail (vahiy meleği, Allah'ın emirlerini peygamberlere iletir), Azrail (ölüm meleği, canları alır), Mikâil (tabiat olaylarını düzenler, rızkı dağıtır), İsrafil (sûra üfleyen melek).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melekler: Kiramen Kâtibin (yazıcı melekler, iyilik-kötülükleri kaydeder), Hafaza (koruyucu melekler), Rahmet melekleri (müminler için dua eder), Münker ve Nekir (sorgu melekleri, kabirde sorgular).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ve Ahiret Hayatı, Ahiretin Aşamaları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Ahiret, dünya yaşamından sonraki hayattır; imanın şartlarından biridir.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Aşamaları sırasıyla: Ölüm (ecel: belirlenen zaman) → Berzah (kabir hayatı, sadece insanlar için geçerlidir) → Kıyamet (evrenin yok olması, İsrafil'in ilk üflemesi) → Diriliş/Baas (İsrafil'in ikinci üflemesi) →…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inancı olan insan iyilik yapmaya gayret eder, hesap vereceğinin bilinciyle hareket eder, sabreder ve Allah'ın affediciliğine güvenir.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İsa, Nasıra'da babasız doğdu; annesi Hz. Meryem'dir (Kur'an'da adı geçen tek kadın).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İsrailoğullarına gönderildi, kendisine İncil verildi. Ona inanan 12 kişiye havari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Yahudiler onu öldürmek istedi ama Allah onu kurtardı, benzeri öldürüldü. Sonradan Hristiyanlar teslis inancını ortaya attı.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Nâs suresi, Kur'an'ın 114. ve son suresidir, Mekke'de inmiştir, 6 ayettir. Felak suresiyle birlikte "Muavvizeteyn"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Şeytanın ve insanların kalbine vesvese veren varlıkların şerrinden Allah'a sığınmayı öğütler.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Âlem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şeytan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Hurafe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Sihir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Azrail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Mikâil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İsrafil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Kiramen Kâtibin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Hafaza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Münker ve Nekir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gün insanlar, amellerini görmeleri için darmadağınık bir hâlde çıkarlar.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Zilzal suresi, 6.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nefis ölümü tadacaktır. Sonunda bize döndürüleceksiniz.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Ankebut suresi, 57.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Melekler Ne İş Yapar?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ve Ahiret Hayatı, Ahiretin Aşamaları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1. Ünite: Melek ve Ahiret İnancı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