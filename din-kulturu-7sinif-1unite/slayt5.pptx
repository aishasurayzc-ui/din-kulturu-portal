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RLFpenFUhw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🕊️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Yorumlar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Anlayışındaki Yorum Farklılıklarının Sebepleri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Yorum Biçimleri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Tasavvufi Yorumlar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2192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Anlayışındaki Yorum Farklılıklarının Sebepleri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anlayışı, insanların Allah'ın buyruklarını algılama, yorumlama ve uygulama biçimidir.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değişmez (Kur'an ve sünnet), din anlayışı ise kişiye, topluma ve döneme göre değişebilir.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Farklılıkların sebepleri: farklı coğrafya/kültürler, dinin temel kaynaklarında yoruma açık hükümler, sosyal-siyasi-insani sebepler, teknolojik gelişmeler, tarihteki savaş ve göçler.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828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Yorum Biçimleri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Mezhep, bir âlimin dinin ayrıntılarına ilişkin oluşturduğu görüşlerin bütünüdür.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grupta incelenir: İtikadi yorumlar (inançla ilgili — itikat, tevhit): Matüridilik (Ebû Mansur Matüridi), Eşarilik (Ebülhasan Eşâri), Şiilik (Hz.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Ali'nin halifeliği).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438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Yorum Biçimleri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Fıkhi yorumlar (ibadet/muamelat — fıkıh): Hanefilik (Ebu Hanife, Türkiye), Malikilik (Malik bin Enes, Afrika), Şafiilik (İmam Şafii, Mısır/GD Anadolu), Hanbelilik (Ahmet bin Hanbel, Suudi Arabistan), Caferilik (Cafer…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Tasavvufi yorumlar (ahlak).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048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Tasavvufi Yorumlar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Tasavvuf, İslam'ın ruhi/manevi yönünü öne çıkarır.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Şeyh (mürşit) tekkede dervişlere önderlik eder, mürit onu takip eder, tekke/dergâhta eğitim alınır.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Başlıca yorumlar: Yesevilik (Hoca Ahmet Yesevi, Divan-ı Hikmet), Kadirilik (Abdülkadir Geylani, Fütûhu'l-Gayb), Mevlevilik (Mevlana Celaleddin Rumi, Mesnevi, sema ayini, Şebiarus), Nakşibendilik (Bahaeddin Nakşibend),…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6576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Tasavvufi Yorumlar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sevgisi; Hacı Bektaş Veli, Makâlât, dört kapı: Şeriat-Tarikat-Hakikat-Marifet).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Alevilik Bektaşilik kavramları: Cem (dede/pir önderliğinde toplantı), cemevi (kırklar meydanı), semah (dönerek yapılan ayin), gülbank (dua), musahiplik, talip, ocak.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Cemde on iki hizmet (dede, rehber, peykçi, çerağcı, gözcü, zakir, sakkacı, pervane, iznikçi, sofracı, bekçi, ferraş) on iki imamı temsil eder.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267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Tasavvufi Yorumlar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Hızır orucu (Şubat 13-14-15) ve Muharrem orucu (Hz. Hüseyin'in Kerbela'da şehadeti anısına) önemli oruçlardır.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4876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anlayışı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Mezhep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İtikadi yorumlar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itikat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tevhit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Fıkhi yorumlar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fıkıh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Tasavvufi yorumlar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Tasavvuf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Şeyh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4864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mürit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tekke/dergâh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Yesevilik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Kadirilik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Mevlevilik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096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ki: Ben de ancak sizin gibi bir insanım; ancak bana ilâhınızın bir tek ilâh olduğu vahyolunuyor.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Fussilet suresi, 6.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7056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Şüphesiz Allah, adaleti, iyiliği... emreder.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Nahl suresi, 90.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315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Mevlana Celaleddin Rumi - Hoşgörü Çizgi Filmi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924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Anlayışındaki Yorum Farklılıklarının Sebepleri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Yorum Biçimleri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Düşüncesinde Tasavvufi Yorumlar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İslam Düşüncesinde Yorumlar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8534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Sınıf 5. Ünite: İslam Düşüncesinde Yorumlar</dc:title>
  <dc:subject>PptxGenJS Presentation</dc:subject>
  <dc:creator>Ayşe Yazıcı</dc:creator>
  <cp:lastModifiedBy>Ayşe Yazıcı</cp:lastModifiedBy>
  <cp:revision>1</cp:revision>
  <dcterms:created xsi:type="dcterms:W3CDTF">2026-07-12T14:54:09Z</dcterms:created>
  <dcterms:modified xsi:type="dcterms:W3CDTF">2026-07-12T14:54:09Z</dcterms:modified>
</cp:coreProperties>
</file>