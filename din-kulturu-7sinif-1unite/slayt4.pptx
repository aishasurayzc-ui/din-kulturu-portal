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watch?v=lN1z4XQjRV4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749040" y="502920"/>
            <a:ext cx="1645920" cy="1645920"/>
          </a:xfrm>
          <a:prstGeom prst="ellipse">
            <a:avLst/>
          </a:prstGeom>
          <a:solidFill>
            <a:srgbClr val="B886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49040" y="50292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🕌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2286000" y="2395728"/>
            <a:ext cx="4572000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5420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SINIF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2944368"/>
            <a:ext cx="80467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Ünite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Allah'ın Kulu ve Elçisi Hz. Muhammed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Kültürü ve Ahlak Bilgisi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Ayşe Yazıcı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Bu Ünitede Neler Öğreneceğiz?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960120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394460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3944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Allah'ın Kulu Hz. Muhammed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258568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258568"/>
            <a:ext cx="82296" cy="960120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482596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48259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295144"/>
            <a:ext cx="71780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Allah'ın Elçisi Hz. Muhammed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346704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346704"/>
            <a:ext cx="82296" cy="960120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57073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57073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383280"/>
            <a:ext cx="71780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Sure Tanıyorum: Kâfirun Suresi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Allah'ın Kulu ve Elçisi Hz. Muhammed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11430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Allah'ın Kulu Hz. Muhammed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Hz. Peygamber'in iki yönü vardır: insani yönü ve peygamberlik yönü.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O, bizler gibi bir kul olarak yaratılmış, kulluk görevini hayatı boyunca yerine getirmiştir.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anne babadan doğmuş, ticaretle uğraşmış, aile kurmuş, Mekke'de yoksulların hakkını koruyan Hilfülfudul (Erdemliler Topluluğu)'e katılmıştır.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Allah'ın Kulu ve Elçisi Hz. Muhammed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17145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Allah'ın Kulu Hz. Muhammed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Müşrikler onun bir melek olmasını beklerken Kur'an "De ki: Ben de ancak sizin gibi bir insanım" (Fussilet 6) diyerek bunun yanlışlığını bildirmiştir.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Kelimeişehadette önce "Allah'ın kulu" sonra "Resulü" denilmesi bu sırayı vurgular.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Allah'ın Kulu ve Elçisi Hz. Muhammed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5116068"/>
            <a:ext cx="2286000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4552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455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Allah'ın Elçisi Hz. Muhammed (1/4)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Elçi/Resul/Nebi: insanları hak dine çağıran, vahiy alan peygamber.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Risalet=elçilik görevi, Nübüvvet=peygamberlik makamı, Tebliğ=vahyi eksiksiz bildirme. Hz.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Muhammed 40 yaşında peygamber oldu; Hatemülenbiya (peygamberlerin sonuncusu)dır — ondan sonra peygamber gelmeyecektir (Ahzab 40).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Allah'ın Kulu ve Elçisi Hz. Muhammed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455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2857500" cy="32004"/>
          </a:xfrm>
          <a:prstGeom prst="rect">
            <a:avLst/>
          </a:prstGeom>
          <a:solidFill>
            <a:srgbClr val="B4552B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6A3E7A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6A3E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Allah'ın Elçisi Hz. Muhammed (2/4)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bir Rahmet (incelik, şefkat, merhamet) peygamberidir: "Biz seni âlemlere ancak rahmet olarak gönderdik" (Enbiya 107).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Taif'te taşlanmasına rağmen halkına beddua etmemiştir.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Kur'an'ı açıklayıcıdır: namazı, haccı, orucu (siyah-beyaz iplik=gece-gündüz), "zulüm"ü (=şirk) açıklamıştır.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Allah'ın Kulu ve Elçisi Hz. Muhammed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6A3E7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3429000" cy="32004"/>
          </a:xfrm>
          <a:prstGeom prst="rect">
            <a:avLst/>
          </a:prstGeom>
          <a:solidFill>
            <a:srgbClr val="6A3E7A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Allah'ın Elçisi Hz. Muhammed (3/4)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Uyarıcı (Kur'an'da nezir) ve Müjdeleyici (Kur'an'da beşir)dir.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Güzel ahlakı tamamlamak için gönderilmiştir: "Sen elbette yüce bir ahlak üzeresin" (Kalem 4). Hz.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Hatice peygamberlik gelince onu güzel ahlakından dolayı teselli etmiştir.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Allah'ın Kulu ve Elçisi Hz. Muhammed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40005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Allah'ın Elçisi Hz. Muhammed (4/4)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Vahiy meleği Cebrail, ilk vahiy Hira mağarasında geldi. Medine'de Mescid-i Nebevi'yi inşa etti. Hz.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Peygamber'in söz, fiil ve onayları Sünnettir.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Allah'ın Kulu ve Elçisi Hz. Muhammed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5116068"/>
            <a:ext cx="45720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Sure Tanıyorum: Kâfirun Suresi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Kâfirun suresi, Mekke döneminde inmiş, 6 ayetlik suredir; "kâfirun" (inkârcılar) kelimesinden adını alır.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Müşrikler "bir sene bizim ilahlarımıza, bir sene de biz seninkine tapalım" teklif edince inmiştir.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Mesajı: şirk ile iman asla bir arada olamaz, tevhitten taviz verilemez; "Sizin dininiz size, benim dinim de banadır" diyerek herkesin inancının sorumluluğu kendisine aittir.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Allah'ın Kulu ve Elçisi Hz. Muhammed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9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5143500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Önemli Kavramlar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45152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Hilfülfudul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Kelimeişehadet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45152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Elçi/Resul/Nebi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6928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Risalet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45152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Nübüvvet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602736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66928" y="3602736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Tebliğ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45152" y="3602736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54880" y="3602736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Hatemülenbiya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407408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66928" y="4407408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Rahmet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645152" y="4407408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54880" y="4407408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Uyarıcı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Allah'ın Kulu ve Elçisi Hz. Muhammed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57150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Önemli Kavramlar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nezir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45152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Müjdeleyici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beşir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45152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ahlak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6928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Hatice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45152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Cebrail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Allah'ın Kulu ve Elçisi Hz. Muhammed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5116068"/>
            <a:ext cx="62865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AYETLERLE DÜŞÜNELİM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7680960" cy="2880360"/>
          </a:xfrm>
          <a:prstGeom prst="roundRect">
            <a:avLst>
              <a:gd name="adj" fmla="val 3175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601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❝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Ey Peygamber! Biz seni bir şahit, bir müjdeleyici, bir uyarıcı... bir davetçi olarak gönderdik.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429000" y="3310128"/>
            <a:ext cx="2286000" cy="2743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290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Ahzab suresi, 45-46. ayetler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Allah'ın Kulu ve Elçisi Hz. Muhammed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68580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AYETLERLE DÜŞÜNELİM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7680960" cy="2880360"/>
          </a:xfrm>
          <a:prstGeom prst="roundRect">
            <a:avLst>
              <a:gd name="adj" fmla="val 3175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601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❝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Muhammed, sizin erkeklerinizden hiçbirinin babası değildir. Fakat o, Allah'ın Resulü ve peygamberlerin sonuncusudur.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429000" y="3310128"/>
            <a:ext cx="2286000" cy="2743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290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Ahzab suresi, 40. ayet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Allah'ın Kulu ve Elçisi Hz. Muhammed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74295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2E7D5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2E7D5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926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8FD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KONUYLA İLGİLİ VİDEO</a:t>
            </a:r>
            <a:endParaRPr lang="en-US" sz="1600" dirty="0"/>
          </a:p>
        </p:txBody>
      </p:sp>
      <p:sp>
        <p:nvSpPr>
          <p:cNvPr id="6" name="Shape 4">
            <a:hlinkClick r:id="rId1" tooltip="YouTube'da izlemek için tıklayın"/>
          </p:cNvPr>
          <p:cNvSpPr/>
          <p:nvPr/>
        </p:nvSpPr>
        <p:spPr>
          <a:xfrm>
            <a:off x="914400" y="868680"/>
            <a:ext cx="7315200" cy="3246120"/>
          </a:xfrm>
          <a:prstGeom prst="roundRect">
            <a:avLst>
              <a:gd name="adj" fmla="val 1690"/>
            </a:avLst>
          </a:prstGeom>
          <a:solidFill>
            <a:srgbClr val="0B0B0B"/>
          </a:solidFill>
          <a:ln w="25400">
            <a:solidFill>
              <a:srgbClr val="B8860B"/>
            </a:solidFill>
            <a:prstDash val="solid"/>
          </a:ln>
        </p:spPr>
      </p:sp>
      <p:sp>
        <p:nvSpPr>
          <p:cNvPr id="7" name="Shape 5">
            <a:hlinkClick r:id="rId1" tooltip="YouTube'da izlemek için tıklayın"/>
          </p:cNvPr>
          <p:cNvSpPr/>
          <p:nvPr/>
        </p:nvSpPr>
        <p:spPr>
          <a:xfrm>
            <a:off x="3977640" y="1920240"/>
            <a:ext cx="1188720" cy="1188720"/>
          </a:xfrm>
          <a:prstGeom prst="ellipse">
            <a:avLst/>
          </a:prstGeom>
          <a:solidFill>
            <a:srgbClr val="E6211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>
            <a:hlinkClick r:id="rId1" tooltip="YouTube'da izlemek için tıklayın"/>
          </p:cNvPr>
          <p:cNvSpPr/>
          <p:nvPr/>
        </p:nvSpPr>
        <p:spPr>
          <a:xfrm>
            <a:off x="3977640" y="192024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u="sng" dirty="0">
                <a:solidFill>
                  <a:srgbClr val="FFFFFF"/>
                </a:solidFill>
                <a:hlinkClick r:id="rId1" invalidUrl="" action="" tgtFrame="" tooltip="YouTube'da izlemek için tıklayı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</a:t>
            </a:r>
            <a:endParaRPr lang="en-US" sz="3600" dirty="0"/>
          </a:p>
        </p:txBody>
      </p:sp>
      <p:sp>
        <p:nvSpPr>
          <p:cNvPr id="9" name="Text 7">
            <a:hlinkClick r:id="rId1" tooltip="YouTube'da izlemek için tıklayın"/>
          </p:cNvPr>
          <p:cNvSpPr/>
          <p:nvPr/>
        </p:nvSpPr>
        <p:spPr>
          <a:xfrm>
            <a:off x="1188720" y="329184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YouTube'da izlemek için tıklayı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Hz. Muhammed (s.a.v) - Son Peygamber</a:t>
            </a:r>
            <a:endParaRPr lang="en-US" sz="1600" dirty="0"/>
          </a:p>
        </p:txBody>
      </p:sp>
      <p:sp>
        <p:nvSpPr>
          <p:cNvPr id="10" name="Text 8">
            <a:hlinkClick r:id="rId1" tooltip="YouTube'da izlemek için tıklayın"/>
          </p:cNvPr>
          <p:cNvSpPr/>
          <p:nvPr/>
        </p:nvSpPr>
        <p:spPr>
          <a:xfrm>
            <a:off x="91440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u="sng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YouTube'da izlemek için tıklayı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👆 İzlemek için tıklayın (YouTube'da açılır)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Allah'ın Kulu ve Elçisi Hz. Muhammed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14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80010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Ünite Özeti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960120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394460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3944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Allah'ın Kulu Hz. Muhammed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258568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258568"/>
            <a:ext cx="82296" cy="960120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482596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48259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295144"/>
            <a:ext cx="71780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Allah'ın Elçisi Hz. Muhammed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346704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346704"/>
            <a:ext cx="82296" cy="960120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570732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57073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383280"/>
            <a:ext cx="71780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Sure Tanıyorum: Kâfirun Suresi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Allah'ın Kulu ve Elçisi Hz. Muhammed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15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8572500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2E7D5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2E7D5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886200" y="502920"/>
            <a:ext cx="1371600" cy="1371600"/>
          </a:xfrm>
          <a:prstGeom prst="ellipse">
            <a:avLst/>
          </a:prstGeom>
          <a:solidFill>
            <a:srgbClr val="B886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86200" y="5029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🌟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2286000" y="2148840"/>
            <a:ext cx="4572000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286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Dinlediğiniz İçin Teşekkürler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Başarılar dilerim.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Ayşe Yazıcı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Kültürü ve Ahlak Bilgisi Öğretmeni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7. Sınıf 4. Ünite: Allah'ın Kulu ve Elçisi Hz. Muhammed</dc:title>
  <dc:subject>PptxGenJS Presentation</dc:subject>
  <dc:creator>Ayşe Yazıcı</dc:creator>
  <cp:lastModifiedBy>Ayşe Yazıcı</cp:lastModifiedBy>
  <cp:revision>1</cp:revision>
  <dcterms:created xsi:type="dcterms:W3CDTF">2026-07-12T14:54:09Z</dcterms:created>
  <dcterms:modified xsi:type="dcterms:W3CDTF">2026-07-12T14:54:09Z</dcterms:modified>
</cp:coreProperties>
</file>