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Y_U_fmZotV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LENOVO THİNKPAD E14/Desktop/din-kulturu-slayt-gorseller/optimized/geo1_buyu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0"/>
            <a:ext cx="352044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59552" y="0"/>
            <a:ext cx="82296" cy="514807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1"/>
          <p:cNvSpPr/>
          <p:nvPr/>
        </p:nvSpPr>
        <p:spPr>
          <a:xfrm>
            <a:off x="5623560" y="4709160"/>
            <a:ext cx="3520440" cy="438912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0" y="4718304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Görsel: Petar Milošević, Wikimedia Commons (CC BY-SA 4.0)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148840" y="457200"/>
            <a:ext cx="1463040" cy="146304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48840" y="4572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🕌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420624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24140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0040" y="2761488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Hayattaki Dinî İfadeler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20040" y="4297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" y="46451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2E7D5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553212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4434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883664"/>
            <a:ext cx="553212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1371600" y="1920240"/>
            <a:ext cx="4434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596896"/>
            <a:ext cx="553212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1371600" y="2633472"/>
            <a:ext cx="4434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310128"/>
            <a:ext cx="553212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52" dirty="0"/>
          </a:p>
        </p:txBody>
      </p:sp>
      <p:sp>
        <p:nvSpPr>
          <p:cNvPr id="28" name="Text 25"/>
          <p:cNvSpPr/>
          <p:nvPr/>
        </p:nvSpPr>
        <p:spPr>
          <a:xfrm>
            <a:off x="1371600" y="3346704"/>
            <a:ext cx="4434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023360"/>
            <a:ext cx="553212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152" dirty="0"/>
          </a:p>
        </p:txBody>
      </p:sp>
      <p:sp>
        <p:nvSpPr>
          <p:cNvPr id="33" name="Text 30"/>
          <p:cNvSpPr/>
          <p:nvPr/>
        </p:nvSpPr>
        <p:spPr>
          <a:xfrm>
            <a:off x="1371600" y="4059936"/>
            <a:ext cx="4434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107576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(1/4)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2E7D5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ifadeler, günlük hayatın hemen her anında karşımıza çıkar: bir işe başlarken, bir nimete kavuşunca, birine rastlayınca ya da…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918411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371600" y="1954987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birinin kendine göre bir kullanım yeri ve manevi anlamı vardır.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666390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371600" y="2702966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📿 Besmele — "Bismillâhirrahmânirrahîm" Anlamı: "Rahman ve Rahim olan Allah'ın adıyla." Yemeğe, derse, bir işe veya yolculuğa…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414370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1371600" y="3450946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Besmeleyle başlanan işlerin bereketli ve hayırlı olacağına inanılır.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162349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1371600" y="4198925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peygamberimiz her güzel işe besmeleyle başlamamızı öğütlemiştir.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1613647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(2/4)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15667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Hamd — "Elhamdülillah" Anlamı: "Övgü ve şükür Allah'a mahsustur." Bir nimete, güzel bir habere ya da başarıya kavuştuğumuzda…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918411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371600" y="1954987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 etmek, sahip olduklarımızın kıymetini bilmemizi sağlar.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666390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371600" y="2702966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Şükür — "Allah'a şükür" Anlamı: Allah'ın bize verdiği nimetlere karşı duyulan minnettarlığı dile getirmektir.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414370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1371600" y="3450946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Şükür, sadece dille söylenen bir söz değil; nimeti yerinde kullanmak ve başkalarıyla paylaşmaktır da.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162349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1371600" y="4198925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Selam — "Selamünaleyküm" / "Ve aleykümselam" Anlamı: "Allah'ın selameti/esenliği senin üzerine olsun." Müslümanların…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2151529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(3/4)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B4552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selamı yaymayı, insanlar arasında sevgiyi artıran bir davranış olarak tavsiye etmiştir.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918411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371600" y="1954987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Tekbir — "Allahu Ekber" Anlamı: "Allah en büyüktür." Allah'ın büyüklüğünü, üstünlüğünü anmak için söylenir.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666390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371600" y="2702966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başında ve içinde, ezanda ve bayramlarda sıkça duyduğumuz bir ifadedir.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414370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1371600" y="3450946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Salavat — "Allahümme salli alâ seyyidina Muhammed" Anlamı: Peygamberimize dua etmek, ona sevgi ve saygı sunmaktır.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162349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1371600" y="4198925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Peygamberimizin adı anıldığında salavat getirmek, ona olan bağlılığımızı gösterir.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2689412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(4/4)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6A3E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553212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4434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İstiğfar — "Estağfirullah" Anlamı: "Allah'tan bağışlanma dilerim." Yanlışlıkla kötü bir söz söylediğimizde, bir hata…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2322576"/>
            <a:ext cx="553212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8" name="Text 15"/>
          <p:cNvSpPr/>
          <p:nvPr/>
        </p:nvSpPr>
        <p:spPr>
          <a:xfrm>
            <a:off x="1371600" y="2359152"/>
            <a:ext cx="4434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İstiğfar etmek, hatalarımızdan ders çıkarıp kendimizi düzeltmeye çalışmamız gerektiğini hatırlatır.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553212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3" name="Text 20"/>
          <p:cNvSpPr/>
          <p:nvPr/>
        </p:nvSpPr>
        <p:spPr>
          <a:xfrm>
            <a:off x="1371600" y="3511296"/>
            <a:ext cx="4434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Tesbih — "Sübhanallah" Anlamı: "Allah'ı bütün eksikliklerden uzak tutarım." Allah'ın hiçbir kusuru olamayacağını, O'nun…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7" name="Shape 24"/>
          <p:cNvSpPr/>
          <p:nvPr/>
        </p:nvSpPr>
        <p:spPr>
          <a:xfrm>
            <a:off x="0" y="5116068"/>
            <a:ext cx="3227294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553212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4434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Dua, kulun Allah'a yönelerek O'ndan bir şey istemesi, O'na yalvarması ve gönlünü açmasıdır.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2322576"/>
            <a:ext cx="553212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8" name="Text 15"/>
          <p:cNvSpPr/>
          <p:nvPr/>
        </p:nvSpPr>
        <p:spPr>
          <a:xfrm>
            <a:off x="1371600" y="2359152"/>
            <a:ext cx="4434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Sevdiklerimize iyi dileklerde bulunurken de aslında onlar için Allah'tan bir şeyler dileriz.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553212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3" name="Text 20"/>
          <p:cNvSpPr/>
          <p:nvPr/>
        </p:nvSpPr>
        <p:spPr>
          <a:xfrm>
            <a:off x="1371600" y="3511296"/>
            <a:ext cx="4434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 yüzden günlük hayatımızda birçok "dilek ifadesi" kullanırız: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7" name="Shape 24"/>
          <p:cNvSpPr/>
          <p:nvPr/>
        </p:nvSpPr>
        <p:spPr>
          <a:xfrm>
            <a:off x="0" y="5116068"/>
            <a:ext cx="376517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2E7D5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kelime anlamı: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918411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371600" y="1954987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okunur? Sübhâneke duası, namaza durup iftitah (başlangıç) tekbiri aldıktan hemen sonra, Kur'an okumaya başlamadan önce…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666390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371600" y="2702966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bu duaya "namazın anahtarı" da denilebilir.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414370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1371600" y="3450946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önemlidir? Sübhâneke duasıyla namaza, Allah'ı övüp yücelterek ve O'ndan başka ilah olmadığını hatırlayarak başlarız.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162349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1371600" y="4198925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dua, kalbimizi ibadete hazırlar ve Allah'a olan bağlılığımızı tazeler.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430305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15667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553212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4434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Ünitenin sonunda şu kazanımlar değerlendirilir: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2322576"/>
            <a:ext cx="553212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8" name="Text 15"/>
          <p:cNvSpPr/>
          <p:nvPr/>
        </p:nvSpPr>
        <p:spPr>
          <a:xfrm>
            <a:off x="1371600" y="2359152"/>
            <a:ext cx="4434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kazanımlar, sayfadaki "✅ Değerlendirme" ve "📝 Araştırma Oyunları" bölümlerindeki zamanlı testlerle (can hakkı ve puanlama…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5116068"/>
            <a:ext cx="484094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(1/2)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B4552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ifadeleri daha iyi anlayabilmek için bilmemiz gereken temel kavramlar, konularına göre gruplandırılmıştır: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918411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1371600" y="1954987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ve Peygamberimizle İlgili Kavramlar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666390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371600" y="2702966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414370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1371600" y="3450946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162349"/>
            <a:ext cx="553212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1371600" y="4198925"/>
            <a:ext cx="44348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537882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(2/2)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6A3E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553212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4434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2322576"/>
            <a:ext cx="553212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8" name="Text 15"/>
          <p:cNvSpPr/>
          <p:nvPr/>
        </p:nvSpPr>
        <p:spPr>
          <a:xfrm>
            <a:off x="1371600" y="2359152"/>
            <a:ext cx="4434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5116068"/>
            <a:ext cx="5916706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88720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" y="1188720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 —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993392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" y="1993392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 —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798064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6928" y="2798064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 —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3602736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" y="3602736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Tekbir —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4407408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6928" y="4407408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İstiğfar —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5212080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928" y="5212080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Tesbih —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6016752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66928" y="6016752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" y="6821424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66928" y="6821424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7626096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66928" y="7626096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57200" y="8430768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66928" y="8430768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2" name="Shape 29"/>
          <p:cNvSpPr/>
          <p:nvPr/>
        </p:nvSpPr>
        <p:spPr>
          <a:xfrm>
            <a:off x="0" y="5116068"/>
            <a:ext cx="6454588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88720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" y="1188720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993392"/>
            <a:ext cx="5532120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" y="1993392"/>
            <a:ext cx="5312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5116068"/>
            <a:ext cx="69924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200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22960" y="14173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Hamd, âlemlerin Rabbi Allah a mahsustur.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01168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429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Fatiha suresi, 2. ayet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5116068"/>
            <a:ext cx="7530353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Çocuk İlahileri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6823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15667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051560"/>
            <a:ext cx="251460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170432"/>
            <a:ext cx="553212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1371600" y="1207008"/>
            <a:ext cx="4434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 nedir? İnsanlar, düşüncelerini ve duygularını dille ifade eder.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883664"/>
            <a:ext cx="553212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1371600" y="1920240"/>
            <a:ext cx="4434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Dilimizde, dinimizin etkisiyle ortaya çıkmış ve günlük konuşmalarımıza yerleşmiş birçok söz ve kavram vardır.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596896"/>
            <a:ext cx="553212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1371600" y="2633472"/>
            <a:ext cx="4434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bunlara dinî ifadeler denir.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310128"/>
            <a:ext cx="553212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6" name="Shape 23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2" dirty="0"/>
          </a:p>
        </p:txBody>
      </p:sp>
      <p:sp>
        <p:nvSpPr>
          <p:cNvPr id="28" name="Text 25"/>
          <p:cNvSpPr/>
          <p:nvPr/>
        </p:nvSpPr>
        <p:spPr>
          <a:xfrm>
            <a:off x="1371600" y="3346704"/>
            <a:ext cx="4434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Sevincimizi, üzüntümüzü, şükranımızı, dileğimizi ya da bir hatamızı fark ettiğimizde bu ifadeleri kullanırız.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023360"/>
            <a:ext cx="553212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2" dirty="0"/>
          </a:p>
        </p:txBody>
      </p:sp>
      <p:sp>
        <p:nvSpPr>
          <p:cNvPr id="33" name="Text 30"/>
          <p:cNvSpPr/>
          <p:nvPr/>
        </p:nvSpPr>
        <p:spPr>
          <a:xfrm>
            <a:off x="1371600" y="4059936"/>
            <a:ext cx="4434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ifadeleri yerinde ve bilinçli kullanmak; Allah'ı, Peygamberimizi ve dinimizin öğütlediği güzel ahlakı hatırlamamızı sağlar.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5116068"/>
            <a:ext cx="8606118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126480" y="50292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3175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C:/Users/LENOVO THİNKPAD E14/Desktop/din-kulturu-slayt-gorseller/optimized/geo1_or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548640"/>
            <a:ext cx="251460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33172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3172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1874520" y="2148840"/>
            <a:ext cx="2286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2286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74320" y="2971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432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43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1. Ünite: Günlük Hayattaki Dinî İfadeler</dc:title>
  <dc:subject>PptxGenJS Presentation</dc:subject>
  <dc:creator>Ayşe Yazıcı</dc:creator>
  <cp:lastModifiedBy>Ayşe Yazıcı</cp:lastModifiedBy>
  <cp:revision>1</cp:revision>
  <dcterms:created xsi:type="dcterms:W3CDTF">2026-07-12T14:38:28Z</dcterms:created>
  <dcterms:modified xsi:type="dcterms:W3CDTF">2026-07-12T14:38:28Z</dcterms:modified>
</cp:coreProperties>
</file>