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ig7FWwvLttQ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🤝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Fatiha Suresi ve Anlamı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dininde inanç ve ibadet esaslarının yanı sıra güzel ahlak ilkeleri de önemli bir yer tutar.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 iyi bir insanda bulunması gereken özellikler belirtilir: doğru sözlü ve dürüst olmak, fakirlere yardım etmek, sabırlı olmak, dürüst çalışmak, tüm canlılara şefkat ve merhametle davranmak.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ahlaki ilkelere uyulmasını ister ve güzel davranışları emreder: doğru sözlü olmak, dürüst davranmak, zor durumda olana yardım etmek, yoksulları gözetmek, anne-baba ve büyüklere saygılı olmak, akrabayı gözetmek,…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bireye ve topluma zarar veren kötü davranışları da yasaklar: yalan, iftira, başkalarını aldatma, insanlara haksızlık etme, çevreyi kirletme, hayvanlara kötü davranma.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 (sav) — Ahlakın En Güzel Örneği Kalem suresinin 4. ayetinde Hz. Muhammed'in (sav) yüce bir ahlak üzere olduğu belirtilir.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Güzel Ahlaktır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suresinde de şöyle buyrulur: "Andolsun ki Resulullah, sizin için, Allah'a ve ahiret gününe kavuşmayı umanlar ve Allah'ı çok zikredenler için güzel bir örnektir." (Ahzab suresi, 21. ayet.)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 her zaman doğruyu söyler, emanetleri korur, verdiği sözü tutardı.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karşı son derece merhametliydi; güzel sözlü, güler yüzlü ve yumuşak huyluydu.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Kendini beğenme, kıskançlık, yalan, dedikodu, iftira gibi kötülüklerden sakınma konusunda titizdi.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Haksızlığa karşı çıkar, her zaman haklının yanında olurdu.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(1/5)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Sevgi, insanları birbirine bağlayan en temel duygulardan biridir. Sevgi sayesinde insanlar arasında iyi ilişkiler ve dostluklar kurulur.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 ise herkesin birtakım haklara sahip olduğunu bilip bu haklara özen göstermektir.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 ile saygı birlikte olduğunda daha anlamlı olur.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Anne Babayla İlişkilerde Sevgi ve Saygı Anne ve babamız bizim için hayatları boyunca pek çok fedakârlık yapar.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dininde anne-baba hakkının büyük önemi vardır.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(2/5)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"Büyük günahların en büyüğü, Allah'a ortak koşmak ile anne babaya isyan etmek ve eziyet etmektir." (Buhari, Edeb, 6.) — "Anne baba, kişinin cennete girmesine vesile olacak kapılardan biridir." (Tirmizi,…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Kardeşler Arasında Sevgi ve Saygı Kardeşlerimiz bize en yakın olan kişilerdir.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(sav): "Küçüğümüze merhamet etmeyen, büyüğümüze saygılı davranmayan bizden değildir." (Tirmizi, Birr, 15.)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👪 Akrabalar Arasında Sevgi ve Saygı Akrabalık ilişkilerini güzel bir şekilde sürdürmeye sılayırahim denir.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(3/5)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Akrabaları ziyaret etmek, hâl hatır sormak, hediyeleşmek, sevinç ve üzüntüyü paylaşmak sılayırahimin gerekleridir.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"Akraba ile ilişkisini kesen cennete giremez." (Buhari, Edeb, 11.) — "Kim rızkının bollaşmasını arzu ederse akraba ile ilişkisini sürdürsün!" (Buhari, Edeb, 12.)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Komşular Arasında Sevgi ve Saygı Komşular, evleri birbirine bitişik ya da yakın olan kişilerdir. "Komşu komşunun külüne muhtaçtır." atasözü bu yakınlığı anlatır.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(4/5)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4792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792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(sav): "Komşusu, kötülüğünden emin olmayan kimse cennete giremez." (Müslim, İman, 73.) — "Allah'a ve ahiret gününe iman eden kişi komşusunu rahatsız etmesin." (Ebu Davud, Edeb, 122-123.)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18411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8411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95907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95907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371600" y="1954987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Arkadaşlar Arasında Sevgi ve Saygı Arkadaş edinirken özenli davranmalı; iyi ahlaklı, güzel huylu kişilerle arkadaşlık kurmalıyız.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6639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6639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743886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43886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71600" y="270296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(sav): "Kişi, arkadaşının yaşayışı üzeredir.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4370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4370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491865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491865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71600" y="3450946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sebeple her biriniz, kiminle dostluk ettiğine dikkat etsin." (Ebu Davud, Edeb, 16.)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162349"/>
            <a:ext cx="8229600" cy="619963"/>
          </a:xfrm>
          <a:prstGeom prst="roundRect">
            <a:avLst>
              <a:gd name="adj" fmla="val 1179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62349"/>
            <a:ext cx="82296" cy="619963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239844"/>
            <a:ext cx="464972" cy="46497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239844"/>
            <a:ext cx="464972" cy="464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371600" y="4198925"/>
            <a:ext cx="7178040" cy="546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Öğretmenlerimizle İlişkilerimizde Sevgi ve Saygı Öğretmenler diğer bütün meslek sahiplerini yetiştirdiği için ayrı bir öneme sahiptir.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İnsani İlişkilerin Temeli: Sevgi ve Saygı (5/5)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 iyiye, güzele ve doğruya yönlendirir; Allah (cc), Peygamber (sav), din, vatan, millet ve bayrak sevgisini aşılarlar.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Fatiha Suresi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Kur'an-ı Kerim'in ilk suresidir ve Peygamberimizin (sav) Mekke'de yaşadığı dönemde indirilmiştir.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ayettir. "Fatiha" kavramı sözlükte "açmak, bir şeyin evveli, baş tarafı, başlangıcı, giriş" anlamlarına gelir.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Kardeşler Arasında Sevgi ve Saygı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Akrabalar Arasında Sevgi ve Saygı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sılayırahim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 Komşular Arasında Sevgi ve Saygı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Arkadaşlar Arasında Sevgi ve Saygı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ayettir.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İyilikle kötülük bir olmaz. Kötülüğü en güzel bir şekilde sav.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Fussilet suresi, 34.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 insana, anne babasına iyilik etmesini tavsiye ettik.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Ahkaf suresi, 15.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Ahlak: En Değerli Hazinemiz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 emir ve yasaklarına, ortaya koyduğu ilkelere uyma konusunda duyarlı ve titiz olan kimseler dindar olarak nitelendirilir.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Dindar insan öncelikle inanç esaslarını gönülden benimsemeli; namaz, oruç, hac, zekât gibi ibadetleri özenle yerine getirmelidir.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bu yeterli değildir: dindar insanın aynı zamanda güzel ahlaklı olması da gerekir.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Din, insanlardan sadece inançlı olmayı ve ibadet etmeyi değil, güzel ahlak ilkelerine uymayı da ister.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Din Güzel Ahlaktır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3. Ünite: Din Güzel Ahlaktır</dc:title>
  <dc:subject>PptxGenJS Presentation</dc:subject>
  <dc:creator>Ayşe Yazıcı</dc:creator>
  <cp:lastModifiedBy>Ayşe Yazıcı</cp:lastModifiedBy>
  <cp:revision>1</cp:revision>
  <dcterms:created xsi:type="dcterms:W3CDTF">2026-07-12T14:54:08Z</dcterms:created>
  <dcterms:modified xsi:type="dcterms:W3CDTF">2026-07-12T14:54:08Z</dcterms:modified>
</cp:coreProperties>
</file>