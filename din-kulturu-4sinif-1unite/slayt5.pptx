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zgPCFMYkwc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💧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Temizlik, insanın görünen ve görünmeyen her türlü kirden arınmasıdır.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 ikiye ayrılır: Maddi temizlik (bedenin, elbiselerin, çevrenin temiz tutulması) ve manevi temizlik (insanın iç dünyasının, kalbinin temiz olması; güzel ahlaklı olması).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Manevi temizliğe kültürümüzde iç temizliği ve kalp temizliği de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kültüründe temizlik yerine zaman zaman taharet kavramı kullanılır.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 temiz olanları sever: "...Allah tertemiz olanları sever." (Tevbe suresi, 108. ayet.) Peygamberimiz (sav): "Allah güzeldir, güzelliği sever; temizdir, temizliği sever..." (Tirmizi, Edeb, 41.) — "...Temizlik…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kılacak Müslüman öncelikle abdest almalıdır.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"Cennetin anahtarı namaz, namazın anahtarı da abdesttir." (Tirmizi, Taharet, 1.) Kâbe'yi ziyaret edecek kişilerin de abdestli olması gerekir.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 alma sırası: Niyet edilip Eûzü-besmele çekilir → Eller yıkanır → Ağız çalkalanır → Burun temizlenir → Yüz yıkanır → Sağ, sonra sol kol dirseklerle yıkanır → Baş ıslak elle mesh edilir → Kulakların içi…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temizliği; ellerin, yüzün, ağzın, burnun, ayakların, tırnakların, saçın, kısacası bedenin tamamının temiz olmasıdır.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 en fazla kirlenen organımızdır; yemeklerden önce-sonra ve tuvaletten çıkınca yıkanmalıdır.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Ağız ve diş sağlığı önemlidir. Hz. Peygamber (sav), dişlerini misvak denilen bir tür ağaç fırçasıyla temizlerdi. "Misvak kullanın...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 bana diş temizliğini o kadar çok tavsiye etti ki bana ve ümmetime bunun farz olacağından korktum." (İbni Mace, Taharet, 7.)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Saç ve tırnak temizliğine önem verilmelidir.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Elbise temizliği de beden temizliğinin bir parçasıdır: "Elbiseni tertemiz tut." (Müddessir suresi, 4. ayet.) "İnsanlar kıyafetlerine göre karşılanır, düşüncelerine göre uğurlanır." sözü, temiz giyinmenin önemine işaret…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ve düzenli bir evde yaşamak insana huzur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Odamızı düzenli kullanmalı, yatağımızı toplamalı, eşyalarımızı yerli yerine koymalıyız.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Tuvalet, mutfak, salon gibi ortak alanların temizliğinde de sorumluluk almalıyız.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Okulumuzun temiz ve düzenli olması sağlığımız ve eğitimimiz açısından önemlidir.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 kirletmenin, başkalarının hakkını çiğnemek yani kul hakkı yemek anlamına geldiğini unutmamalıyız.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Çevre, içinde yaşadığımız, bizi her an etkisi altında bulunduran ortamdır (hava, su, toprak, bitkiler, hayvanlar).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yıl 743 milyon ton verimli üst toprağımız erozyonla kayboluyor; dünya genelinde her yıl İsviçre'nin 3 katı büyüklüğünde alan çölleşmeyle yok oluyor.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 her şeyi bir ölçü ve dengede yaratmıştır: "Gerçekten biz, her şeyi bir ölçü ve dengede yarattık." (Kamer suresi, 49. ayet.) "Göğü Allah yükseltti ve mizanı (dengeyi) O koydu.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Sakın dengeyi bozmayın." (Rahman suresi, 7-8. ayetler.)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Çevreyi oluşturan unsurlar insana Allah'ın emanetidir. "İnsanların bizzat kendi işledikleri yüzünden karada ve denizde düzen bozuldu..." (Rum suresi, 41. ayet.)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 ağaç dikmeyi teşvik etmiştir: "Bir Müslüman bir ağaç diker veya ekin eker de ondan bir kuş, insan veya herhangi bir hayvan yerse bu, onun için sadaka sayılır." (Buhari, Edeb, 27.) "Birinizin elinde…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Çöpleri çöp kutusuna atmalı, geri dönüştürülebilir atıkları geri dönüşüm kutularına ayırmalı, ormanları ve ağaçları korumalıyız.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 temizlik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manevi temizlik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 temizliği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temizliği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taharet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 alma sırası: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misvak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huzur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 hakkı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erozyon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emanetidir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dönüşüm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Allah tertemiz olanları sever.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Tevbe suresi, 108.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Elbiseni tertemiz tut.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Müddessir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Temizlik İmandan Gelir - Nussa ve Rarra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Hadis-i Şerif: "Mümin, kendisiyle hoş geçinilen kimsedir.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Kendisiyle hoş geçinilmeyen, başkalarıyla geçinemeyen kimsede hayır yoktur." (Ahmed bin Hanbel, el-Müsned, C 2, 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5. Ünite: İslam Dini ve Temizlik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