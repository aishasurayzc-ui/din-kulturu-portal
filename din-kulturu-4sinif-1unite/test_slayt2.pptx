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749040" y="502920"/>
            <a:ext cx="1645920" cy="164592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0" y="5029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🕌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2286000" y="2395728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542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SINIF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2944368"/>
            <a:ext cx="8046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Ünite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Hayattaki Dinî İfadeler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Bu Ünitede Neler Öğreneceğiz?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585216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07008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070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1225296"/>
            <a:ext cx="7178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Konuşmalarda Dinî İfadeler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1883664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883664"/>
            <a:ext cx="82296" cy="585216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1920240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19202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371600" y="1938528"/>
            <a:ext cx="7178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Dilek ve Dualarda Geçen Dinî İfadeler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2596896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596896"/>
            <a:ext cx="82296" cy="585216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263347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63347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371600" y="2651760"/>
            <a:ext cx="7178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Dua Tanıyorum: Sübhâneke Duası ve Anlamı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310128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310128"/>
            <a:ext cx="82296" cy="585216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346704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34670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371600" y="3364992"/>
            <a:ext cx="7178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Öğrendiklerimizi Değerlendiriyoruz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4023360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023360"/>
            <a:ext cx="82296" cy="585216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4059936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05993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371600" y="4078224"/>
            <a:ext cx="7178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Genişletilmiş Kavramlar Sözlüğü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116068"/>
            <a:ext cx="1075765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Konuşmalarda Dinî İfadeler (1/3)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1225296"/>
            <a:ext cx="7178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ifadeler, günlük hayatın hemen her anında karşımıza çıkar: bir işe başlarken, bir nimete kavuşunca, birine rastlayınca ya da bir hatamızı fark edince... Her birinin kendine göre bir kullanım yeri ve manevi anlamı…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2377440"/>
            <a:ext cx="7178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📿 Besmele — "Bismillâhirrahmânirrahîm" Anlamı: "Rahman ve Rahim olan Allah'ın adıyla." Yemeğe, derse, bir işe veya yolculuğa başlarken söylenir. Besmeleyle başlanan işlerin bereketli ve hayırlı olacağına inanılır. Bu…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3529584"/>
            <a:ext cx="7178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🙏 Hamd — "Elhamdülillah" Anlamı: "Övgü ve şükür Allah'a mahsustur." Bir nimete, güzel bir habere ya da başarıya kavuştuğumuzda Allah'ı övmek ve O'na teşekkür etmek için söylenir. Hamd etmek, sahip olduklarımızın…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1613647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Konuşmalarda Dinî İfadeler (2/3)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1225296"/>
            <a:ext cx="7178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💚 Şükür — "Allah'a şükür" Anlamı: Allah'ın bize verdiği nimetlere karşı duyulan minnettarlığı dile getirmektir. Şükür, sadece dille söylenen bir söz değil; nimeti yerinde kullanmak ve başkalarıyla paylaşmaktır da.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2377440"/>
            <a:ext cx="7178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Selam — "Selamünaleyküm" / "Ve aleykümselam" Anlamı: "Allah'ın selameti/esenliği senin üzerine olsun." Müslümanların karşılaştıklarında birbirlerine söylediği, sevgi ve barış dileyen bir ifadedir. Peygamberimiz…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3529584"/>
            <a:ext cx="7178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🕌 Tekbir — "Allahu Ekber" Anlamı: "Allah en büyüktür." Allah'ın büyüklüğünü, üstünlüğünü anmak için söylenir. Namazın başında ve içinde, ezanda ve bayramlarda sıkça duyduğumuz bir ifadedir.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2151529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455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455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Konuşmalarda Dinî İfadeler (3/3)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1225296"/>
            <a:ext cx="7178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Salavat — "Allahümme salli alâ seyyidina Muhammed" Anlamı: Peygamberimize dua etmek, ona sevgi ve saygı sunmaktır. Peygamberimizin adı anıldığında salavat getirmek, ona olan bağlılığımızı gösterir.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2377440"/>
            <a:ext cx="7178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😔 İstiğfar — "Estağfirullah" Anlamı: "Allah'tan bağışlanma dilerim." Yanlışlıkla kötü bir söz söylediğimizde, bir hata yaptığımızda ya da pişmanlık duyduğumuzda Allah'tan af dilemek için söylenir. İstiğfar etmek,…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3529584"/>
            <a:ext cx="7178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Tesbih — "Sübhanallah" Anlamı: "Allah'ı bütün eksikliklerden uzak tutarım." Allah'ın hiçbir kusuru olamayacağını, O'nun yüceliğini dile getirmek için; genellikle hayranlık uyandıran güzellikler karşısında da söylenir.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455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2689412" cy="32004"/>
          </a:xfrm>
          <a:prstGeom prst="rect">
            <a:avLst/>
          </a:prstGeom>
          <a:solidFill>
            <a:srgbClr val="B4552B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6A3E7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6A3E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Dilek ve Dualarda Geçen Dinî İfadeler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1225296"/>
            <a:ext cx="7178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Dua, kulun Allah'a yönelerek O'ndan bir şey istemesi, O'na yalvarması ve gönlünü açmasıdır. Sevdiklerimize iyi dileklerde bulunurken de aslında onlar için Allah'tan bir şeyler dileriz. İşte bu yüzden günlük hayatımızda…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6A3E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5116068"/>
            <a:ext cx="3227294" cy="32004"/>
          </a:xfrm>
          <a:prstGeom prst="rect">
            <a:avLst/>
          </a:prstGeom>
          <a:solidFill>
            <a:srgbClr val="6A3E7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Dua Tanıyorum: Sübhâneke Duası ve Anlamı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1225296"/>
            <a:ext cx="7178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Kelime kelime anlamı: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2377440"/>
            <a:ext cx="7178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zaman okunur? Sübhâneke duası, namaza durup iftitah (başlangıç) tekbiri aldıktan hemen sonra, Kur'an okumaya başlamadan önce okunur. Bu yüzden bu duaya "namazın anahtarı" da denilebilir.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3529584"/>
            <a:ext cx="7178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önemlidir? Sübhâneke duasıyla namaza, Allah'ı övüp yücelterek ve O'ndan başka ilah olmadığını hatırlayarak başlarız. Bu dua, kalbimizi ibadete hazırlar ve Allah'a olan bağlılığımızı tazeler.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3765176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Öğrendiklerimizi Değerlendiriyoruz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1225296"/>
            <a:ext cx="7178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Ünitenin sonunda şu kazanımlar değerlendirilir: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2377440"/>
            <a:ext cx="7178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kazanımlar, sayfadaki "✅ Değerlendirme" ve "📝 Araştırma Oyunları" bölümlerindeki zamanlı testlerle (can hakkı ve puanlama ile) ölçülür.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16068"/>
            <a:ext cx="4303059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📖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Genişletilmiş Kavramlar Sözlüğü (1/3)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1225296"/>
            <a:ext cx="7178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Dinî ifadeleri daha iyi anlayabilmek için bilmemiz gereken temel kavramlar, konularına göre gruplandırılmıştır: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2377440"/>
            <a:ext cx="7178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 ve Peygamberimizle İlgili Kavramlar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3529584"/>
            <a:ext cx="7178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Allah'ın Bize Verdikleri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4840941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455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455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📖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Genişletilmiş Kavramlar Sözlüğü (2/3)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1225296"/>
            <a:ext cx="7178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Davranışlarımızın Karşılığı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2377440"/>
            <a:ext cx="7178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Ahiretle İlgili Kavramlar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3529584"/>
            <a:ext cx="7178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İbadetlerle İlgili Kavramlar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455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5378824" cy="32004"/>
          </a:xfrm>
          <a:prstGeom prst="rect">
            <a:avLst/>
          </a:prstGeom>
          <a:solidFill>
            <a:srgbClr val="B4552B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6A3E7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6A3E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📖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Genişletilmiş Kavramlar Sözlüğü (3/3)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1225296"/>
            <a:ext cx="7178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Mübarek Zaman ve Günler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6A3E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5116068"/>
            <a:ext cx="5916706" cy="32004"/>
          </a:xfrm>
          <a:prstGeom prst="rect">
            <a:avLst/>
          </a:prstGeom>
          <a:solidFill>
            <a:srgbClr val="6A3E7A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Besmele —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Hamd —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Şükür —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Tekbir —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İstiğfar —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Tesbih —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6928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45152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Allah'ın Bize Verdikleri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6928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Davranışlarımızın Karşılığı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45152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Ahiretle İlgili Kavramlar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6454588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İbadetlerle İlgili Kavramlar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Mübarek Zaman ve Günler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6992471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Hamd, âlemlerin Rabbi Allah'a mahsustur.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Fatiha suresi, 2.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7530353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Eğer şükrederseniz, elbette size nimetimi artırırım.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İbrahim suresi, 7.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8068235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Ünite Özeti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585216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07008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070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1225296"/>
            <a:ext cx="7178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Dinî ifadeler nedir? İnsanlar, düşüncelerini ve duygularını dille ifade eder.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1883664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883664"/>
            <a:ext cx="82296" cy="585216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1920240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19202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1938528"/>
            <a:ext cx="7178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Dilimizde, dinimizin etkisiyle ortaya çıkmış ve günlük konuşmalarımıza yerleşmiş birçok söz ve kavram vardır.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2596896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596896"/>
            <a:ext cx="82296" cy="585216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263347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63347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2651760"/>
            <a:ext cx="7178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İşte bunlara dinî ifadeler denir.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3310128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310128"/>
            <a:ext cx="82296" cy="585216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346704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34670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71600" y="3364992"/>
            <a:ext cx="7178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Sevincimizi, üzüntümüzü, şükranımızı, dileğimizi ya da bir hatamızı fark ettiğimizde bu ifadeleri kullanırız.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457200" y="4023360"/>
            <a:ext cx="8229600" cy="585216"/>
          </a:xfrm>
          <a:prstGeom prst="roundRect">
            <a:avLst>
              <a:gd name="adj" fmla="val 12500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023360"/>
            <a:ext cx="82296" cy="585216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4059936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05993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371600" y="4078224"/>
            <a:ext cx="7178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ifadeleri yerinde ve bilinçli kullanmak; Allah'ı, Peygamberimizi ve dinimizin öğütlediği güzel ahlakı hatırlamamızı sağlar.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Günlük Hayattaki Dinî İfadeler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16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116068"/>
            <a:ext cx="8606118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886200" y="502920"/>
            <a:ext cx="1371600" cy="137160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86200" y="502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🌟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2286000" y="2148840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Dinlediğiniz İçin Teşekkürler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Başarılar dilerim.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 Öğretmeni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4. Sınıf 1. Ünite: Günlük Hayattaki Dinî İfadeler</dc:title>
  <dc:subject>PptxGenJS Presentation</dc:subject>
  <dc:creator>Ayşe Yazıcı</dc:creator>
  <cp:lastModifiedBy>Ayşe Yazıcı</cp:lastModifiedBy>
  <cp:revision>1</cp:revision>
  <dcterms:created xsi:type="dcterms:W3CDTF">2026-07-12T10:25:58Z</dcterms:created>
  <dcterms:modified xsi:type="dcterms:W3CDTF">2026-07-12T10:25:58Z</dcterms:modified>
</cp:coreProperties>
</file>