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yKy0OucPV3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🕌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 Tanıyalım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3584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35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Doğduğu Çevre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883664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883664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56816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568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16" name="Text 14"/>
          <p:cNvSpPr/>
          <p:nvPr/>
        </p:nvSpPr>
        <p:spPr>
          <a:xfrm>
            <a:off x="1371600" y="1920240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Ailesi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596896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596896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670048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670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21" name="Text 19"/>
          <p:cNvSpPr/>
          <p:nvPr/>
        </p:nvSpPr>
        <p:spPr>
          <a:xfrm>
            <a:off x="1371600" y="2633472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Doğumu, Çocukluk ve Gençlik Yılları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310128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310128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383280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383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1371600" y="3346704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Mekke ve Medine Yılları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023360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096512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0965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31" name="Text 29"/>
          <p:cNvSpPr/>
          <p:nvPr/>
        </p:nvSpPr>
        <p:spPr>
          <a:xfrm>
            <a:off x="1371600" y="4059936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Tanıyorum: Salli ve Barik Duaları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9144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Doğduğu Çevre (1/3)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 (sav), Arap Yarımadası'nda, günümüzde Suudi Arabistan sınırları içinde bulunan Mekke'de dünyaya gelmiştir.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Mekke, Kur'an-ı Kerim'de "şehirlerin anası" olarak nitelendirilir.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Durum: Toplumsal hayat kabilecilik esasına dayanıyordu.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Kabile, aynı atadan gelen, aralarında kan ve soy bağı bulunan insanlar topluluğudur.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Erkek çocuk sahibi olmak şeref sayılır, kız çocuklarına değer verilmezdi. Toplumda köleler vardı ve onlara hiçbir hak tanınmazdı.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13716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Doğduğu Çevre (2/3)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Şehir/köyde yerleşik yaşayanlara hadari, göçebe yaşayanlara bedevi denirdi. Deve, çöl şartlarında vazgeçilmez bir hayvandı.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Dinî Durum: Tevhit inancından uzaklaşılmış, putperestlik yaygınlaşmıştı. Put, tapınmak amacıyla yapılan heykellerdir.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Putperestler Allah'ın varlığını kabul etmekle birlikte O'na başka varlıkları da ortak koşuyorlardı; buna şirk, böyle inanan kişiye de müşrik denir.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Kâbe'nin içinde 360 civarında put bulunuyordu. Az sayıda Hanif (Hz.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İbrahim'in tevhit inancını benimseyen, putlara tapmayı reddeden kişiler) de vardı.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18288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Doğduğu Çevre (3/3)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dönemin geneline, cehalet ve kötülüğün yaygın olması sebebiyle Cahiliye Dönemi denir.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22860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Ailesi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Ailesi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27432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Doğumu, Çocukluk ve Gençlik Yılları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(sav), 20 Nisan (12 Rebiülevvel) 571 tarihinde Mekke'de, babası öldüğü için yetim olarak doğdu. "Muhammed" ismi "övülen, iyi vasıfları kendisinde toplamış kişi" anlamına gelir.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yıl Halime'nin yanında kaldıktan sonra annesine döndü. Altı yaşındayken annesi Amine, Medine dönüşü Ebvâ'da vefat etti.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Sekiz yaşındayken de dedesi Abdülmuttalib vefat etti ve onu amcası Ebu Talib'e emanet etti. Hz.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(sav), yirmi beş yaşına kadar Ebu Talib'in yanında yaşadı.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32004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Doğumu, Çocukluk ve Gençlik Yılları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Gençliğinde ticaretle uğraştı; dürüstlüğü ve güvenilirliğiyle Mekkelilerin takdirini kazandı ve kendisine "el-Emin" (güvenilir) lakabı verildi.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Ticari işlerini yürüttüğü Hz.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Hatice (ra) ile evlendi; bu evlilikten altı çocukları (dördü kız: Zeyneb, Rukiye, Ümmü Gülsüm, Fatıma; ikisi erkek: Kasım, Abdullah) oldu.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sonra Hz. Mariye'den İbrahim adlı bir oğlu daha olmuştur.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Gençliğinde, şehirdeki haksızlıkları gidermek amacıyla kurulan Hilfülfudul topluluğunda da yer aldı.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36576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Mekke ve Medine Yılları (1/4)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Vahiy: Hz.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(sav) 40 yaşındayken, Hira Mağarası'nda Cebrail (as) kendisine göründü ve Alak suresinin ilk beş ayetini okudu.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Müslümanlar: Hz. Hatice, Hz. Ali, Hz. Ebu Bekir ve Zeyd (ra).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Zorluklar: Müşriklerin baskıları artınca bazı Müslümanlar 615-616'da Habeşistan'a hicret etti. 620 yılında Hz.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Hatice (ra) ve Ebu Talib'in vefatı sebebiyle bu yıla Hüzün Yılı denir.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41148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Mekke ve Medine Yılları (2/4)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Ardından İsra (Mekke'den Kudüs'teki Mescid-i Aksa'ya gece yolculuğu) ve Miraç (Mescid-i Aksa'dan Allah katına yükseliş) mucizesi gerçekleşti.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 (sav) İslam'ı yaymak için Taif'e gitti ancak kötü karşılandı.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Akabe Biatları: 620'de 6 Medineli (I. Akabe Biatı), 621'de 75 Medineli (II. Akabe Biatı) Hz.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Muhammed'e (sav) bağlılık sözü verdi.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Hicret: 622 yılında Hz. Muhammed (sav), yatağına Hz. Ali'yi (ra) bırakıp Hz.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45720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Mekke ve Medine Yılları (3/4)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Ebu Bekir (ra) ile birlikte Mekke'den ayrıldı; Sevr Mağarası'nda gizlendi, sonra Medine'ye ulaştı.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Medine'de Mescid-i Nebevi'yi yaptırdı, Mekkeli Muhacirlerle Medineli Ensar arasında kardeşlik bağı kurdu ve farklı inançların bir arada yaşamasını sağlayan Medine Sözleşmesi'ni imzaladı.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Savaşlar ve Fetih: Mekkeliler 624, 625, 627'de Bedir, Uhud, Hendek savaşlarını açtı ama başarılı olamadı.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628'de Hudeybiye Antlaşması imzalandı; antlaşma bozulunca 630'da Mekke'nin Fethi kansız gerçekleşti ve Kâbe'deki putlar temizlendi.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 Haccı ve Vefatı: 632 yılında Veda Haccını yaptı ve Veda Hutbesi'ni verdi (can/mal/namus dokunulmazlığı, faizin ve kan davalarının yasaklanması, kadın haklarının korunması, insanların eşitliği, Kur'an ve sünnete…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50292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Mekke ve Medine Yılları (4/4)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Haziran 632'de Medine'de vefat etti; mezarı Mescid-i Nebevi'nin bitişiğinde Ravza-i Mutahhara'dadır.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54864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Tanıyorum: Salli ve Barik Duaları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Salli ve Barik duaları, Peygamberimize (sav) salavat getirmek amacıyla namazların son oturuş bölümünde okunur.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59436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Mekke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Durum: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kabilecilik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Kabile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hadari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bedevi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Dinî Durum: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putperestlik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şirk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64008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müşrik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Hanif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Cahiliye Dönemi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Nisan (12 Rebiülevvel) 571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 yaşındayken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Sekiz yaşındayken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858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Andolsun, Allah'ın Resulünde sizin için güzel bir örnek vardır.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Ahzab suresi, 21.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3152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 elbette yüce bir ahlak üzeresin.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Kalem suresi, 4.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7724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>
            <a:hlinkClick r:id="rId1" tooltip="YouTube'da izlemek için tıklayın"/>
          </p:cNvPr>
          <p:cNvSpPr/>
          <p:nvPr/>
        </p:nvSpPr>
        <p:spPr>
          <a:xfrm>
            <a:off x="914400" y="868680"/>
            <a:ext cx="7315200" cy="3246120"/>
          </a:xfrm>
          <a:prstGeom prst="roundRect">
            <a:avLst>
              <a:gd name="adj" fmla="val 1690"/>
            </a:avLst>
          </a:prstGeom>
          <a:solidFill>
            <a:srgbClr val="0B0B0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Shape 5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621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u="sng" dirty="0">
                <a:solidFill>
                  <a:srgbClr val="FFFFFF"/>
                </a:solidFill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3600" dirty="0"/>
          </a:p>
        </p:txBody>
      </p:sp>
      <p:sp>
        <p:nvSpPr>
          <p:cNvPr id="9" name="Text 7">
            <a:hlinkClick r:id="rId1" tooltip="YouTube'da izlemek için tıklayın"/>
          </p:cNvPr>
          <p:cNvSpPr/>
          <p:nvPr/>
        </p:nvSpPr>
        <p:spPr>
          <a:xfrm>
            <a:off x="1188720" y="3291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Son Peygamber Hz. Muhammed (s.a.v) Çizgi Filmi</a:t>
            </a:r>
            <a:endParaRPr lang="en-US" sz="1600" dirty="0"/>
          </a:p>
        </p:txBody>
      </p:sp>
      <p:sp>
        <p:nvSpPr>
          <p:cNvPr id="10" name="Text 8">
            <a:hlinkClick r:id="rId1" tooltip="YouTube'da izlemek için tıklayın"/>
          </p:cNvPr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u="sng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👆 İzlemek için tıklayın (YouTube'da açılır)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82296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Ayet: "Onlardan biri, Rahman'a isnat ettiği kız çocuğuyla müjdelenince hiddetlenerek yüzü simsiyah kesilir." (Zuhruf suresi, 17.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86868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Sınıf 4. Ünite: Hz. Muhammed'i Tanıyalım</dc:title>
  <dc:subject>PptxGenJS Presentation</dc:subject>
  <dc:creator>Ayşe Yazıcı</dc:creator>
  <cp:lastModifiedBy>Ayşe Yazıcı</cp:lastModifiedBy>
  <cp:revision>1</cp:revision>
  <dcterms:created xsi:type="dcterms:W3CDTF">2026-07-12T14:54:08Z</dcterms:created>
  <dcterms:modified xsi:type="dcterms:W3CDTF">2026-07-12T14:54:08Z</dcterms:modified>
</cp:coreProperties>
</file>