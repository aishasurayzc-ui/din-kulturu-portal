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fXV6A80WEk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İnancı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Mükemmel Düzen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Varlığı ve Birliği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Güzel İsimleri (Esmaülhüsna)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İhlas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306286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Mükemmel Düzen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Evren, üzerinde yaşadığımız dünya ile tüm yıldız ve gezegenleri içine alan varlıklar bütünüdür; buna kâinat da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İnsan, akıl sahibi olması yönüyle diğer canlılardan ayrılır; çevresini gözlemler, düşünür ve sorgular.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vücudunun ölçülü ve dengeli yapısı, evrendeki düzenin ipuçlarını içerir.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95942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Mükemmel Düzen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Göz, kulak, burun gibi uzuvlar insanın ihtiyaçlarına göre yaratılmıştır.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Kışın yağan kar toprağı korur ve yer altı sularını artırır; yazın artan sıcaklık ekinlerin olgunlaşmasını sağlar.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Bunların hiçbiri tesadüf değildir; her şey mükemmel bir düzen içinde gerçekleşir.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1257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Varlığı ve Birliği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varlık kendi kendine ya da tesadüfen var olamaz.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kitabın bir yazarı, her tablonun bir ressamı olduğu gibi, kâinattaki mükemmel düzenin de bir yaratıcısı vardır: Allah (cc).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(cc) bir ve tek olduğuna, eşi ve benzerinin olmadığına inanmak, O'na hiçbir şeyi ortak koşmadan ibadeti yalnızca Allah için yapmaya tevhit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6571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Varlığı ve Birliği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Tevhit, İslam'ın temel inanç esaslarından biri ve dinin özüdür.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Allah'a inanmakla birlikte başka varlıkları da tanrı kabul etmeye ise şirk denir.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918857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Güzel İsimleri (Esmaülhüsna)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Esmaülhüsna, Arapçada "en güzel isimler" anlamına gelir; Allah'ın (cc) gücünü, mükemmelliğini ve benzersizliğini anlatan isimleridir.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 sıkça kullandığımız "Bismillâhirrahmânirrahîm" (besmele) ifadesinde Rahman ve Rahîm isimleri birlikte yer alır.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İhlas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İhlas suresi, Kur'an-ı Kerim'in kısa surelerinden biridir ve 4 ayettir. "İhlas" kelimesi sözlükte "samimiyet, doğruluk, temizlik ve saflık"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Surede Allah'ın (cc) güzel isimlerinden Ehad (bir ve tek olması) ve Samed (hiçbir şeye muhtaç olmaması) yer alır.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225143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kâinat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Esmaülhüsna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İhlas suresi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ayettir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87828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Rahman olan Allah'ın yaratışında hiçbir uygunsuzluk göremezsin.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Mülk suresi, 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531429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Şüphesiz biz insanı en güzel biçimde yaratmışızdır.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1845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Kusursuz Denge | TRT Belgesel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837714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"O, yaratıp şekillendiren, ahenk veren ve düzene koyandır." — "O, gökleri ve yeri örneksiz yaratandır.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işe hükmetti mi ona sadece 'Ol!' der, o da hemen oluverir."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490857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1. Ünite: Allah İnancı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