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P_skyKF8bm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🎨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Kültürümüzdeki Dinî Motifler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Geleneğimizde Dinin İzleri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Edebiyatımızda Dinin İzleri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Musikimizde Dinin İzleri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Geleneğimizde Dinin İzleri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Kültür, bir toplumun maddi ve manevi değerlerinin bütünüdür.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Örf ve âdetler, toplumun uzun sürede oluşturup benimsediği yazılı olmayan kurallardır.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geleneklerimiz arasında mevlit okutma, taziye ziyareti, kız isteme, asker uğurlama ve düğün vardır.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Kandil geceleri (Mevlit, Regaip, Miraç, Berat), kültürümüzde dört önemli gecedir; II.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Geleneğimizde Dinin İzleri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Selim zamanında minarelerde kandil yakılarak kutlandığı için bu adı almıştır.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Yardımlaşma gelenekleri: sadaka taşı (Osmanlı'da yaygınlaşan yardım bırakma yeri), zimem defteri (Arapça "borçlar"; veresiye borçların yazıldığı defter), vakıf (bir malı topluma özgüleme) ve vakfiye (vakfın işleyiş…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Ramazanda iki minare arasına mahya asılır; çocuklar için "tekne orucu" yapılır.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Muharrem ayının onuncu gününe "aşure günü" denir; bu günde aşure tatlısı yapılıp dağıtılır. Ehlibeyt (Hz.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Geleneğimizde Dinin İzleri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Muhammed'in aile fertleri, "ev halkı") sevgisi; Muhammed, Fatıma, Ali, Hasan, Hüseyin gibi isimlerin yaygın kullanımıyla kültürümüzde yaşar.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Edebiyatımızda Dinin İzleri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Edebiyat, olay, duygu ve düşüncelerin sözlü ya da yazılı ifadesidir.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Din, yeni edebî türlerin ortaya çıkmasını sağlamıştır: tevhit (Allah'ın varlığı ve birliğini anlatan eser), münacat (Allah'a dua amacıyla yazılan şiir), naat (Hz.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Peygamber'i öven şiir) ve mevlit (Hz. Peygamber'in doğumunu anlatan eser — en meşhuru Süleyman Çelebi'nin "Vesiletü'n-Necat"ıdır).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Naatın ilk örneklerini Yusuf Has Hacip, Hoca Ahmet Yesevi, Hacı Bektaş Veli, Yunus Emre yazmıştır.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Edebiyatımızda Dinin İzleri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eserler: Hacı Bektaş Veli'nin "Makalat"ı, Hoca Ahmet Yesevi'nin "Divan-ı Hikmet"i, Yunus Emre'nin "Divan"ı, Mevlana'nın "Mesnevi"si.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 edebiyatta da (atasözü, deyim, ninni, ağıt) dinin izleri görülür.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Musikimizde Dinin İzleri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Musiki, kulağa hoş gelen sesler dizisidir.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Ezan, namaz vakitlerinin geldiğini duyuran çağrıdır; ilk kez Bilal Habeşi tarafından okunmuştur.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Kamet, farz namazlardan önce ezana "Kad kâmeti's salâh" ekleyerek okunmasıdır.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Sela, önemli gün/geceleri veya cenaze namazını haber vermek için okunan duadır.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Musikimizde Dinin İzleri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Salavat, Hz. Peygamber'e selam ve dua etmek; ilahi, Allah'ı övme ve dua amacıyla bestelenen şiirlerdir.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Tekbir, Buhurizade Mustafa Itri Efendi tarafından bestelenmiştir. Güzel sesiyle mevlit okuyan kişiye mevlithan denir.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İslam, Türk sanat ve halk müziğini de etkilemiştir (Allah, Hak, Yaradan, cennet, kader gibi ifadeler).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Kültür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Örf ve âdet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mevlit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taziye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sadaka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zimem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vakıf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vakfiye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mahya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Muharrem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Ehlibeyt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tevhit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münacat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Sadakaları açık olarak verirseniz bu ne güzel!..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271.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Allah, sizden kiri gidermek ve sizi tertemiz yapmak istiyor, ey Ehl-i Beyt!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Ahzab suresi, 33.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 ve Ayşe - Bir Mevlid Kandili Hatırası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Geleneğimizde Dinin İzleri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Edebiyatımızda Dinin İzleri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Musikimizde Dinin İzleri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Kültürümüzdeki Dinî Motifler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Sınıf 5. Ünite: Kültürümüzdeki Dinî Motifler</dc:title>
  <dc:subject>PptxGenJS Presentation</dc:subject>
  <dc:creator>Ayşe Yazıcı</dc:creator>
  <cp:lastModifiedBy>Ayşe Yazıcı</cp:lastModifiedBy>
  <cp:revision>1</cp:revision>
  <dcterms:created xsi:type="dcterms:W3CDTF">2026-07-12T14:54:09Z</dcterms:created>
  <dcterms:modified xsi:type="dcterms:W3CDTF">2026-07-12T14:54:09Z</dcterms:modified>
</cp:coreProperties>
</file>