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NG1faXxD8OQ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🕌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Peygamberliğinden Önce Hz. Muhammed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Doğduğu Çevre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Ailesi ve Çocukluğu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Gençlik Yılları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Fil Suresi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Doğduğu Çevre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Peygamber, Arap Yarımadası'nın Hicaz bölgesinde bulunan Mekke'de doğmuştur.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Kur'an'a göre yeryüzündeki ilk mabet olan Kâbe, Mekke'dedir; Hz. Âdem tarafından yapıldığı, Hz. İbrahim ile oğlu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İsmail tarafından yeniden inşa edildiği rivayet edilir.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Putlara tapma, soyla övünme, adaletsizlik gibi olumsuz davranışların yaygın olduğu döneme Cahiliye Dönemi denir.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Doğduğu Çevre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Mekke'de putperestlik (şirk, müşrik) yaygındı; tevhit inancını benimseyenlere hanif denirdi.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Halk göçebe (bedevi) ve yerleşik (hadari) olarak ikiye ayrılırdı; kabileler hâlinde yaşarlardı.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Yılın belli zamanlarında panayırlar kurulurdu.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Ailesi ve Çocukluğu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Dedesi Abdülmuttalib, Kureyş kabilesinin reisiydi. Babası Abdullah, doğumundan önce Medine'de vefat etti. Annesi Amine'dir. Hz.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Muhammed, hicri Rebiyülevvel ayının 12'sinde, miladi 20 Nisan 571'de Mekke'de doğdu.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0-4 yaş: sütannesi Halime'nin yanında (ilk sütannesi Süveybe). 4-6 yaş: annesi Amine'yle (annesi Ebva köyünde vefat etti).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6-8 yaş: dedesi Abdülmuttalib'in yanında. 8-25 yaş: amcası Ebu Talib'in yanında; ticaret ve çobanlık yaptı.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Ailesi ve Çocukluğu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İsimleri: Muhammed (övgüye değer), Ahmed, Mustafa (seçilmiş).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Gençlik Yılları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Dürüstlüğü ve güvenilirliğiyle tanınan Hz. Muhammed'e Mekke halkı "emin" (el-Emin) lakabını verdi.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Yemenli bir tüccarın malına haksızlık yapılması üzerine, haksızlığa uğrayanlara yardım için Hilfülfudul (erdemli insanların sözleşmesi) kuruldu;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yirmili yaşlarında bu topluluğa katıldı.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Kâbe onarımında Hacerülesved'in (siyah taş) yerine konması konusunda kabileler anlaşamayınca Hz.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Gençlik Yılları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Muhammed hakem seçildi ve sorunu adaletle çözdü.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Zengin tüccar Hatice ile evlendi; altı çocukları oldu (Kasım, Zeyneb, Rukiye, Ümmü Gülsüm, Fatıma, Abdullah) — sadece Hz.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74720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73075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3075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511296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Fatıma Peygamber hayattayken vefat etmedi. İlk çocuğu Kasım'ın adından künyesi "Ebülkasım" oldu.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Fil Suresi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17879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17879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suresi, fillerle donatılmış ordusuyla Kâbe'yi yıkmaya gelen Ebrehe'nin helak edilişini anlatır.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05406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5406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252853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252853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141982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Yemen Valisi Ebrehe, Sana şehrinde bir kilise inşa ederek Mekke'nin ticaretine engel olmak istemiş, sonra Kâbe'yi yıkmaya karar vermiştir.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040380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40380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187827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187827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076956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 Mekke'ye doğru ilerletilmek istendiğinde yerinden kımıldamamış; sürü sürü kuşlar balçıktan pişirilmiş taşlarla orduyu darmadağın etmiştir.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75354"/>
            <a:ext cx="8229600" cy="806958"/>
          </a:xfrm>
          <a:prstGeom prst="roundRect">
            <a:avLst>
              <a:gd name="adj" fmla="val 9065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5354"/>
            <a:ext cx="82296" cy="80695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4122801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412280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4011930"/>
            <a:ext cx="7178040" cy="7338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olaya "Fil Vakası" denir ve Hz. Muhammed'in doğumundan bir süre önce gerçekleşmiştir.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Hicaz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Kâbe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Cahiliye Dönemi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şirk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müşrik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hanif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bedevi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hadari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kabile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panayır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Abdülmuttalib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Halime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Ebu Talib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Hilfülfudul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Andolsun, Allah'ın Resulünde sizin için güzel bir örnek vardır.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Ahzab suresi, 21.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 elbette yüce bir ahlak üzeresin.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 suresi, 4.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Çöldeki Işık | Hz. Muhammed'in (s.a.v.) Hayatı - 1. Bölüm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29616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29616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Doğduğu Çevre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06197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06197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18770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18770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09854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Ailesi ve Çocukluğu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95351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07924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07924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299008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Muhammed'in (sav) Gençlik Yılları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845052"/>
            <a:ext cx="8229600" cy="763524"/>
          </a:xfrm>
          <a:prstGeom prst="roundRect">
            <a:avLst>
              <a:gd name="adj" fmla="val 9581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845052"/>
            <a:ext cx="82296" cy="763524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24" name="Shape 22"/>
          <p:cNvSpPr/>
          <p:nvPr/>
        </p:nvSpPr>
        <p:spPr>
          <a:xfrm>
            <a:off x="658368" y="397078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" y="397078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44" dirty="0"/>
          </a:p>
        </p:txBody>
      </p:sp>
      <p:sp>
        <p:nvSpPr>
          <p:cNvPr id="26" name="Text 24"/>
          <p:cNvSpPr/>
          <p:nvPr/>
        </p:nvSpPr>
        <p:spPr>
          <a:xfrm>
            <a:off x="1371600" y="3881628"/>
            <a:ext cx="7178040" cy="6903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Öğreniyorum: Fil Suresi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Sınıf DKAB — Peygamberliğinden Önce Hz. Muhammed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Sınıf 4. Ünite: Peygamberliğinden Önce Hz. Muhammed</dc:title>
  <dc:subject>PptxGenJS Presentation</dc:subject>
  <dc:creator>Ayşe Yazıcı</dc:creator>
  <cp:lastModifiedBy>Ayşe Yazıcı</cp:lastModifiedBy>
  <cp:revision>1</cp:revision>
  <dcterms:created xsi:type="dcterms:W3CDTF">2026-07-12T14:54:09Z</dcterms:created>
  <dcterms:modified xsi:type="dcterms:W3CDTF">2026-07-12T14:54:09Z</dcterms:modified>
</cp:coreProperties>
</file>