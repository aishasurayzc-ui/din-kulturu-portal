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_L52vfRumy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📜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ve İlahi Kitap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Felak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kelimesi Farsça kökenlidir ve "haber getiren"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 olarak "Allah'ın emir, yasak ve öğütlerini insanlara bildirmekle görevli kişiler"dir.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en önemli özelliği Allah'tan vahiy almalarıdır.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peygamberler için resul (elçi) ve nebi (haberci) kavramları kullanılır; bunlardan türeyen risalet ve nübüvvet kavramları da peygamberlik görevini ifade eder.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ismi geçen 25 peygamber vardır. İlk peygamber Hz. Âdem, son peygamber Hz. Muhammed'dir (sav).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 Kur'an'da ismi geçenlerle sınırlı değildir.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kendilerine inanmayanlara peygamberliklerini ispat etmek amacıyla Allah'ın (cc) izniyle gösterdikleri olağanüstü olaylara mucize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Peygamber'in en büyük mucizesi Kur'an-ı Kerim'dir.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Vahiy, Yüce Allah'ın emir ve hükümlerini peygamberlere bildirmesidir.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(cc), insanların akılla çözemeyeceği konularda doğru bilgiye ulaşmaları için vahiy göndermiştir.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inanç, ibadet, ahlak ve toplumsal konularda mesajlar bulunur; bir kısmı kıssa (geçmiş peygamberler ve milletlerle ilgili ibretli olay) yoluyla anlatılmıştır.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Vahyin temel amacı, insanları doğru yola yönlendirerek dünya ve ahiret mutluluğunu sağlamaktır.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peygamberin öne çıkan farklı bir özelliği vardır: Hz. İbrahim teslimiyeti, Hz. Yakub ve Hz. Eyyüb sabrı,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iffeti ve affediciliği, Hz. Musa zulme karşı mücadelesi, Hz. Muhammed (sav) ise güzel ahlakıyla örnek gösterilir.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kitaplar, insanların dünya ve ahirette mutlu olabilmesi için Allah'ın peygamberleri aracılığıyla gönderdiği kitaplardır.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Peygamberlere vahiy meleği Cebrail aracılığıyla ulaşmıştır. Dört büyük ilahi kitap: Tevrat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Musa'ya, dili İbranice), Zebur (Hz. Davud'a, dili İbranice), İncil (Hz. İsa'ya, dili Aramice) ve Kur'an-ı Kerim (Hz.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sav, dili Arapça).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önceki ilahi kitaplar zamanla tahrif edildiği (değiştirildiği) için ilk hâliyle günümüze ulaşamamıştır.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 ise değişmeden günümüze kadar gelmiştir ve kıyamete kadar da değişmeyecektir.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Muhammed'e (sav) verilen, "peygamberlerin sonuncusu" anlamına gelen unvana Hatemülenbiya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Kendisine ilk vahiy Nur Dağı'ndaki Hira Mağarası'nda gelmiştir.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Felak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suresi, adını birinci ayette geçen "sabah aydınlığı, şafak" anlamına gelen "felak" kelimesinden alır ve beş ayetten oluşur.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ve Nâs surelerine birlikte, "kendileriyle Allah'a sığınılan" anlamında Muavvizeteyn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suresinde bazı kötülükler sıralanarak bunlardan Yüce Allah'a sığınılması gerektiği belirtilir. 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Felak ve Nâs surelerinin kötülüklere karşı sabah ve akşam üçer defa okunmasını tavsiye etmiştir.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nübüvvet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peygamber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mucize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kıssa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Tevrat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iyilikle gelirse ona getirdiğinin on katı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En'am suresi, 160.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Dört Kutsal Kitabımız Hangi Peygamberlere İndirilmiştir?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Özellikleri: Sıdk (dürüstlük), Emanet (güvenilirlik), Fetanet (akıllılık/zekâ), İsmet (günahtan korunmuşluk), Tebliğ (vahyi eksiksiz iletme).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Görevleri: Tebliğ (bildirme), İnzar (uyarma), Tebşir (müjdeleme), Tezkiye (kötü huylardan arındırma), Tebyin (açıklama), Temsil (örneklik).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kendilerine inanmayanlara peygamberliklerini ispat etmek amacıyla Allah'ın (cc) izniyle gösterdikleri olağanüstü olaylara mucize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Peygamber'in en büyük mucizesi Kur'an-ı Kerim'dir.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1. Ünite: Peygamber ve İlahi Kitap İnancı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