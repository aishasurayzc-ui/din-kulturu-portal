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c-EU9AoVsP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🌙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Ramazan ve Oruç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ve Kur'an Ayı Ramazan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İbadetinin İnsana Kazandırdıkları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İftar Duası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ve Kur'an Ayı Ramazan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Allah'a saygı, sevgi ve bağlılığı göstermek, O'nun hoşnutluğunu kazanmak niyetiyle ortaya konulan tutum ve davranışlara ibadet denir.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Oruç, Allah'ın rızasını kazanmak amacıyla tan yerinin ağarmaya başlamasından güneş batıncaya kadar yeme içmeden ve bazı bedensel isteklerden uzak durmaktır.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Ramazan, hicri takvimin dokuzuncu ayıdır. Bu ayda oruç tutmak farzdır.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ve Kur'an Ayı Ramazan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Kerim'in indirilmeye başlandığı Kadir Gecesi de bu aydadır; Kadir Gecesi bin aydan daha hayırlıdır.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Peygamber, inanarak ve karşılığını Allah'tan bekleyerek Kadir Gecesi'ni ibadetle geçirenlerin geçmiş günahlarının affedileceğini müjdelemiştir.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Sahur: Oruç tutmak için imsaktan önce yenilen yemek vaktidir. İmsak: Oruca başlama vaktidir.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İftar: Oruç tutan kimsenin akşam ezanı vaktinde yiyip içmeye başlamasıdır.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Teravih: Ramazanda yatsı namazından sonra kılınan (genellikle yirmi rekât) sünnet namazdır.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Mukabele: Bir kişinin Kur'an okuması, diğerlerinin takip etmesidir.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Fitre: Sağlıklı Müslümanların vermekle yükümlü olduğu vacip sadakadır.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İmsakiye: Oruca başlama, iftar ve namaz vakitlerini gösteren çizelgedir.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Oruca başlamadan önce niyet etmek gerekir. Oruçlu, yalandan ve kötü söz/davranıştan kaçınmalıdır.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Orucu bozan durumlar: bilerek yiyip içmek, güneşin battığını zannederek iftar etmek, yağmur/kar yutmak, isteyerek kusmak.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Orucu bozmayan durumlar: unutarak yiyip içmek, banyo yapmak, koku sürmek, ağız çalkalamak.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İbadetinin İnsana Kazandırdıkları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Oruç; sabır, yardımseverlik, cömertlik, dayanışma ve şükür gibi ahlaki değerleri kazandırır.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"Oruç sabrın yarısıdır." buyurmuştur. Oruç, hücrelerin yenilenmesine katkı sağlayarak sağlık açısından da faydalıdır.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Ramazanda okunan mukabeleler, kılınan teravih namazları ve edilen tövbeler insanı manevi yönden temizler.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İftar Duası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 açılırken dua etmek sünnettir.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İftar duasında Yüce Allah'a olan inanç, güven ve bağlılık dile getirilir; nimetlere şükretmenin önemi hatırlatılır.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ibadet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Ramazan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Kadir Gecesi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Sahur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İmsak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İftar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Teravih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Mukabele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İmsakiye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Orucu bozan durumlar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Orucu bozmayan durumlar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sabır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 iman edenler! Oruç sizden önce gelip geçmiş ümmetlere farz kılındığı gibi size de farz kılındı.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183.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 gönülden bir iyilik yaparsa bu kendisi için daha hayırlıdır.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184.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Çocuklar İçin Ramazan İlahisi ve Oruç İlahisi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(sav), ashabıyla ramazan ayında Kur'an-ı Kerim'i daha fazla okumuştur; kendisi ve Cebrail (as) o zamana kadar inen ayetleri karşılıklı okumuşlardır.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nedenle ramazana hem oruç hem Kur'an ayı denir.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Ramazan ve Oruç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Sınıf 2. Ünite: Ramazan ve Oruç</dc:title>
  <dc:subject>PptxGenJS Presentation</dc:subject>
  <dc:creator>Ayşe Yazıcı</dc:creator>
  <cp:lastModifiedBy>Ayşe Yazıcı</cp:lastModifiedBy>
  <cp:revision>1</cp:revision>
  <dcterms:created xsi:type="dcterms:W3CDTF">2026-07-12T14:54:09Z</dcterms:created>
  <dcterms:modified xsi:type="dcterms:W3CDTF">2026-07-12T14:54:09Z</dcterms:modified>
</cp:coreProperties>
</file>